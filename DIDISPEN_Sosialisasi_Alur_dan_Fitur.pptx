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SMK NEGERI 1 BANGSRI • TAHUN AJARAN 2026/2027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SOSIALISASI OPERASIONAL &amp; FITUR</a:t>
            </a:r>
            <a:br/>
            <a:r>
              <a:t>DIDISPEN (DISPENSASI DIGITAL)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Panduan Lengkap Alur Kerja &amp; Fitur Unggulan untuk Guru Piket &amp; Petugas Satpam Gerbang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Dikembangkan oleh Tim By 3M (Maulana Fahri Oktavian • Muhammad Sabrian Nuh • Muhammad Zainal Arief)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TRANSFORMASI DIGITAL SEKOLAH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Mengapa Harus Berpindah ke DIDISPEN?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F4444"/>
                </a:solidFill>
              </a:defRPr>
            </a:pPr>
            <a:r>
              <a:t>🔴 KENDALA SISTEM KERTAS LAMA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Surat Izin Kertas Mudah Hilang / Tercecer dan sulit diarsipkan.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Potensi 'Joki Izin': Siswa menitipkan surat izin atau memakai nama teman.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Meja Piket &amp; Gerbang Satpam Terisolasi (Satpam tidak tahu apakah izin sah atau palsu).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Siswa Terlambat / Kabur Tidak Terdeteksi karena tidak ada rekap batas jam kembali.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Rekapitulasi Manual Memakan Waktu saat evaluasi BK &amp; Kurikulum bulanan.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🟢 SOLUSI MODERN DIDISPEN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100% Paperless &amp; Real-Time: Data tersinkronisasi detik itu juga dari meja piket ke gerbang.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Verifikasi Wajah Ganda: Wajib foto selfie siswa saat pengajuan + foto di pos gerbang.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QR Code Dinamis 64-Char: Sekali pakai (single-use), tidak bisa disalin / di-screenshot.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Auto-Overdue Detector: Satpam &amp; Guru otomatis tahu siswa yang terlambat kembali.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Fleksibilitas Struk Thermal: Cetak struk mini 58mm Bluetooth jika siswa tidak memegang HP.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ALUR OPERASIONAL UTAMA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Gambaran Besar Alur Kerja Dispensasi (4 Langkah)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LANGKAH 1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Siswa Mengajukan</a:t>
            </a:r>
          </a:p>
          <a:p>
            <a:pPr>
              <a:spcAft>
                <a:spcPts val="1200"/>
              </a:spcAft>
              <a:defRPr sz="1000" b="1">
                <a:solidFill>
                  <a:srgbClr val="F59E0B"/>
                </a:solidFill>
              </a:defRPr>
            </a:pPr>
            <a:r>
              <a:t>Status: Menunggu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Siswa isi form di HP (kategori, jam, alasan).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Wajib foto selfie wajah.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Bisa pengajuan rombongan (lomba/ekskul).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Pilihan: Menemui guru piket di meja piket.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LANGKAH 2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Guru Piket ACC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Status: Disetujui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Guru cek bukti &amp; foto siswa.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Klik 'Setujui' ➔ QR Token terbit.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Opsi cetak Struk Thermal 58mm Bluetooth.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Atau klik 'Tolak' (wajib isi alasan).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LANGKAH 3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Satpam Gerbang Keluar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Status: Keluar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Siswa tunjukkan QR di HP/struk.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Satpam scan QR via kamera pos.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Satpam jepret foto siswa di pos.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Klik 'Konfirmasi Keluar' &amp; buka gerbang.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LANGKAH 4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Satpam Gerbang Kembali</a:t>
            </a:r>
          </a:p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Status: Selesai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Siswa kembali lapor ke pos satpam.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Satpam scan ulang QR Code siswa.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Layar Hijau = Tepat Waktu.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Layar Merah = Terlambat (Overdue) + Alert 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TRANSPARANSI STATUS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Siklus Hidup 7 Status Dispensasi (State Machine)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1. MENUNGGU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Siswa telah mengajukan izin. Menunggu approval verifikasi Guru Piket aktif.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55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DISETUJUI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Guru piket telah menyetujui. QR Token 64-char terbit dan siap dibawa ke gerbang.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3. DITOLAK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Ditolak guru piket dengan catatan alasan resmi yang terkirim ke siswa.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5292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4. KELUAR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Satpam memindai QR di gerbang. Waktu keluar aktual tercatat, siswa di luar.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5. SELESAI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Siswa kembali ke pos satpam, discan masuk. Tercatat tepat waktu atau overdue.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5020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6. KADALUARSA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Pengajuan yang tidak sempat diproses guru hingga jam KBM usai otomatis hangus.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07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47488"/>
            <a:ext cx="102412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7. DIBATALKAN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Siswa membatalkan izin sendiri atau batal keluar sebelum scan gerbang.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SISWA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Unggulan Siswa: Mandiri, Cerdas, &amp; Anti-Kecurangan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🕒 Terintegrasi Jadwal KBM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Jam izin disesuaikan langsung dengan jam pelajaran aktif (Jam Ke-1 s/d Ke-10) sehingga tidak ada waktu izin yang asal-asalan.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👥 Pengajuan Rombongan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Cukup 1 perwakilan mengajukan izin dan memilih teman anggota kelompoknya untuk keperluan dinas lomba atau kegiatan ekstrakurikuler.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🔒 Anti-Double Request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Siswa tidak bisa mengajukan izin baru bila masih memiliki izin aktif yang belum selesai. Menghindari duplikasi permohonan.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📸 Selfie Verifikasi Wajah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Wajib melampirkan foto selfie langsung dari kamera perangkat saat kirim form guna mencocokkan identitas fisik siswa di pos satpam.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📲 Quick Call WhatsApp Piket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Tombol cepat menghubungi Guru Piket via WhatsApp selama 3 menit pertama setelah mengajukan jika memerlukan respon kilat.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8620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🎫 Tiket QR Dinamis 64-Bit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QR Code dengan token terenkripsi acak 64 karakter sekali pakai (single-use) yang tidak bisa dipalsukan atau di-screenshot ulang.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GURU PIKET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Guru Piket: Otorisasi Shift Sesi &amp; Mode Pemantau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🟢 GURU PIKET AKTIF BERTUGAS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Mendapatkan Badge 'Sedang Bertugas Aktif' pada sesi jam kerja berjalan (Sesi 1 / Sesi 2).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Akses Penuh Verifikasi: Tombol 'Setujui' dan 'Tolak' aktif untuk memproses antrean siswa.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Penerbitan Struk: Berhak mencetak struk thermal 58mm atau mengunduh struk PDF resmi.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Pembuatan Manual: Berhak membuka form 'Dispensasi Mandiri Guru' yang langsung ter-ACC.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Penanganan Rollover: Berhak memproses pengajuan tertunda dari sesi sebelumnya jika belum sempat di-ACC.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👁️ MODE PEMANTAU (GURU NON-PIKET)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Status Read-Only: Guru yang sedang mengajar di kelas masuk ke mode pantau secara transparan.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Tombol Eksekusi Terkunci: Tombol Setuju/Tolak dan Buat Pengajuan disembunyikan/dinonaktifkan.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Mencegah Salah Klik: Guru di luar meja piket tidak akan secara tidak sengaja meng-ACC siswa.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Monitoring Real-Time: Tetap bisa memantau siswa kelas binaannya yang sedang berada di luar sekolah.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Akses Tukar Jadwal: Tersedia link cepat untuk mengajukan penggantian jadwal piket jika berhalangan.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GURU PIKET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Guru Piket: Struk Thermal Bluetooth 58mm &amp; Manual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🖨️ Cetak Bluetooth ESC/POS Direct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Mendukung mini printer kasir 58mm portable.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Teknologi Web Bluetooth API langsung dari Chrome/Edge.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Tanpa Perlu Instal Driver: Hubungkan Bluetooth, klik Cetak, struk langsung keluar dalam 2 detik.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Solusi Ideal bagi Siswa Tanpa HP / Baterai Habis.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📄 Unduh Struk Resmi PDF (58mm)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Template struk berformat pas untuk kertas kasir 58mm.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Memuat Nomor Surat Resmi, Nama, Kelas, Alasan, QR Token, dan Tanda Tangan Guru Piket.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Bisa dicetak menggunakan printer kabel meja piket.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Bisa disimpan sebagai arsip digital sekolah.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⚡ Dispensasi Mandiri oleh Guru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Khusus kasus darurat atau siswa dipanggil dinas mendadak oleh guru.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Guru mencari nama siswa via Select2 AJAX pencarian cepat.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Status Otomatis 'Disetujui': Tidak perlu antre approval.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Langsung mencetak struk / terbit QR untuk satpam.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GURU PIKET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Guru Piket: Checklog Dinas Luar &amp; Tukar Jadwal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📋 GURU CHECKLOG (DINAS LUAR GURU)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Mencatat mobilitas guru piket yang harus meninggalkan sekolah untuk tugas dinas: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Check-Out Dinas: Guru mengisi keperluan tugas dinas &amp; perkiraan jam kembali.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Status Transparan: Dashboard guru menampilkan status 'Sedang Keluar Dinas' agar rekan piket tahu.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Konfirmasi Kembali: Begitu tiba di sekolah, klik 'Konfirmasi Tiba' agar status kembali aktif (standby).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Jejak Audit Tertata: Membantu kepala sekolah &amp; waka kurikulum merekap kehadiran dinas luar.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🔄 TUKAR JADWAL PIKET (SHIFT SWAP)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Solusi resmi saat guru berhalangan bertugas pada hari piket tertentu: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Pencarian Guru Pengganti: Cari nama/NIP rekan guru yang bersedia menggantikan.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Proteksi Tanggal Real-Time: Terkunci di bulan berjalan, tidak bisa backdate ke hari kemarin.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Notifikasi Persetujuan: Guru pengganti menerima permintaan swap di dashboard &amp; notif WhatsApp.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Pemindahan Hak Otomatis: Saat disetujui, wewenang piket aktif resmi berpindah ke guru pengganti.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POS SATPAM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Satpam: Scanner Cepat &amp; Foto Bukti Pos Gerbang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F4444"/>
                </a:solidFill>
              </a:defRPr>
            </a:pPr>
            <a:r>
              <a:t>📷 Live Camera Barcode/QR Scanner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Mendukung kamera HP Android, Tablet, atau Laptop pos satpam.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Tersedia tombol ganti kamera (Depan / Belakang) &amp; senter flash untuk malam/mendung.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Deteksi QR Token instan dalam sepersekian detik.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Dilengkapi Audio Beep konfirmasi otomatis saat pembacaan sukses.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📸 Gate Photo Verification (Foto Gerbang)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Wajib mengambil foto siswa di depan pos gerbang saat hendak keluar.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Merekam kondisi fisik otentik: apakah siswa berseragam rapi dan membawa helm/kendaraan.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Tersimpan permanen di server sebagai bukti fisik tak terbantahkan jika ada komplain orang tua.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Mencegah praktik izin titipan atau joki gerbang.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📋 Dashboard Guru Piket Hari Ini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Menampilkan daftar nama guru piket yang sedang standby di meja piket sesi aktif.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Tersedia tombol Direct Call dan WhatsApp langsung ke meja piket.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Memudahkan satpam mengonfirmasi izin mencurigakan tanpa harus meninggalkan pos gerbang.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 POS SATPAM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Satpam: Deteksi Terlambat &amp; Pencarian Cadangan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⏱️ AUTO-OVERDUE DETECTOR (SISWA TELAT)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Evaluasi waktu kembali otomatis saat siswa discan masuk: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Layar Hijau (Tepat Waktu): Siswa kembali sebelum batas jam. Klik 'Konfirmasi Masuk', status selesai.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Layar Merah (Terlambat/Overdue): Siswa telat ➔ Sistem menghitung persis berapa menit keterlambatan (misal: 'Telat 23 Menit').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Penandaan Khusus (is_warned): Siswa otomatis ditandai terlambat dalam database.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Alert Otomatis ke Guru Piket: Notifikasi WhatsApp langsung terkirim ke meja piket agar siswa dipanggil.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🔍 TAB PENCARIAN &amp; VERIFIKASI MANUAL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Cadangan darurat jika scan kamera mengalami kendala: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Cari Berdasarkan NIS / Nama / Nomor Surat: Ketik 3 huruf, data izin langsung muncul.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Solusi Layar HP Siswa Rusak: Jika layar siswa pecah/gelap, satpam cari manual.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Solusi Kamera Pos Bermasalah: Tidak perlu menghambat gerbang, konfirmasi tetap bisa dilakukan.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✔ Monitoring Tab 'Siswa Sedang Keluar': Satpam bisa melihat daftar siapa saja yang belum kembali secara real-time.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OTOMASI &amp; ADMINISTRASI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Fitur Otomasi Cerdas &amp; Rekapitulasi Laporan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🤖 Robot Pembersih Otomatis (Cron)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Auto-Kadaluarsa: Pengajuan gantung yang tidak sempat di-ACC sampai jam sekolah usai otomatis hangus.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Auto-Closed (Tidak Kembali): Siswa yang scan keluar tapi tidak scan masuk sampai sore otomatis ditandai 'Selesai (Tidak Kembali)'.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Menjaga antrean sistem selalu bersih setiap pagi.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📊 Ekspor Laporan Excel (.xlsx) &amp; PDF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Filter komprehensif: berdasarkan tanggal, kelas, jurusan, atau jenis izin.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Download Excel untuk rekapitulasi data Tata Usaha (TU).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Download PDF resmi siap cetak untuk laporan mingguan Kepala Sekolah &amp; bahan penanganan Guru BK.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745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🛡️ Keamanan &amp; Integrasi SiPintu SSO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Single Sign-On (SSO): Login menggunakan akun portal terpadu SiPintu SMKN 1 Bangsri.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Audit Log Lengkap: Merekam jam login, IP address, waktu ACC guru, dan satpam petugas gerbang.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Proteksi Anti-Brute Force: Akun otomatis terkunci 15 menit jika 5x gagal login.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PANDUAN OPERASIONAL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Penanganan Cepat Kasus Lapangan (Troubleshooting)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Kendala di Sekolah</a:t>
                      </a:r>
                    </a:p>
                  </a:txBody>
                  <a:tcPr marL="91440" marR="91440" marT="91440" marB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Tindakan Guru Piket</a:t>
                      </a:r>
                    </a:p>
                  </a:txBody>
                  <a:tcPr marL="91440" marR="91440" marT="91440" marB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Tindakan Petugas Satpam</a:t>
                      </a:r>
                    </a:p>
                  </a:txBody>
                  <a:tcPr marL="91440" marR="91440" marT="91440" marB="91440"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Siswa tidak membawa HP / Baterai habis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Klik tombol 'Cetak Bluetooth' atau 'Download PDF' struk 58mm.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Pindai QR Code dari lembar kertas struk thermal siswa.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Kamera scanner HP Satpam error / gelap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Pastikan guru piket sudah menyetujui izin siswa di sistem.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Buka tab 'Pencarian Manual' ➔ Ketik NIS atau Nama siswa.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Wajah siswa beda dengan foto profil (Joki)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Tolak izin &amp; catat pelanggaran pada formulir penolakan.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Tahan siswa di pos gerbang &amp; hubungi guru piket melalui nomor di dashboard.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Siswa belum kembali melewati batas waktu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Lihat tab 'Siswa Terlambat' di Dashboard &amp; hubungi wali murid via WA.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Saat siswa tiba, klik 'Konfirmasi Masuk (Overdue)' agar menit telat tercatat.</a:t>
                      </a:r>
                    </a:p>
                  </a:txBody>
                  <a:tcPr marL="91440" marR="91440" marT="91440" marB="91440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Guru piket berhalangan hadir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Ajukan 'Tukar Jadwal Piket' ke guru pengganti sebelum jam sesi dimulai.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Cek kartu 'Guru Piket Hari Ini' untuk melihat siapa petugas pengganti.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KOMITMEN BERSAMA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Checklist Tanggung Jawab Harian &amp; Penutup</a:t>
            </a:r>
          </a:p>
        </p:txBody>
      </p:sp>
      <p:pic>
        <p:nvPicPr>
          <p:cNvPr id="3" name="Picture 2" descr="logo-didis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📋 CHECKLIST HARIAN GURU PIKET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Login tepat waktu &amp; pastikan muncul badge 'Sedang Bertugas Aktif'.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Periksa antrean pengajuan 'Menunggu' secara berkala di ruang piket.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Validasi bukti surat &amp; kesesuaian jam kembali sebelum klik Setuju.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Wajib berikan catatan alasan jika terpaksa menolak izin siswa.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Cetak struk Bluetooth 58mm bagi siswa yang tidak membawa HP.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Lakukan operan antrean tertunda jika berganti ke guru piket sesi berikutnya.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🛡️ CHECKLIST HARIAN SATPAM GERBANG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Pastikan HP / Tablet pos dalam kondisi baterai terisi &amp; kamera aktif.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Jangan izinkan siswa keluar sebelum QR Code berhasil dipindai.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Wajib ambil foto fisik siswa di depan pos gerbang saat siswa keluar.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Pindai ulang QR Code saat siswa kembali untuk menutup izin.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Perhatikan warna layar: jika Merah (Overdue), ingatkan siswa terkait keterlambatan.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☑ Gunakan pencarian manual jika scanner atau HP siswa mengalami kendala.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